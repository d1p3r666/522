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Ethernet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885" y="1278255"/>
            <a:ext cx="7935595" cy="2243455"/>
          </a:xfrm>
        </p:spPr>
        <p:txBody>
          <a:bodyPr/>
          <a:lstStyle/>
          <a:p>
            <a:r>
              <a:t>Ethernet — это технология для передачи данных внутри локальной сети (LAN).</a:t>
            </a:r>
          </a:p>
          <a:p>
            <a:r>
              <a:t>Используется почти везде: дома, в офисах, в универах.</a:t>
            </a:r>
          </a:p>
        </p:txBody>
      </p:sp>
      <p:pic>
        <p:nvPicPr>
          <p:cNvPr id="4" name="Изображение 3" descr="бл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5995" y="3136900"/>
            <a:ext cx="4874895" cy="32518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это выглядит в жизни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ПК ↔ роутер ↔ интернет</a:t>
            </a:r>
          </a:p>
          <a:p>
            <a:r>
              <a:t>Все устройства соединены кабелями или через коммутатор</a:t>
            </a:r>
          </a:p>
        </p:txBody>
      </p:sp>
      <p:pic>
        <p:nvPicPr>
          <p:cNvPr id="5" name="Изображение 4" descr="65556"/>
          <p:cNvPicPr>
            <a:picLocks noChangeAspect="1"/>
          </p:cNvPicPr>
          <p:nvPr/>
        </p:nvPicPr>
        <p:blipFill>
          <a:blip r:embed="rId1"/>
          <a:srcRect l="-403" t="8611" r="944" b="7352"/>
          <a:stretch>
            <a:fillRect/>
          </a:stretch>
        </p:blipFill>
        <p:spPr>
          <a:xfrm>
            <a:off x="2298065" y="3328035"/>
            <a:ext cx="4547235" cy="28816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Топология сети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Обычно используется 'звезда':</a:t>
            </a:r>
          </a:p>
          <a:p>
            <a:r>
              <a:t>Все устройства подключены к одному центру (коммутатору)</a:t>
            </a:r>
          </a:p>
        </p:txBody>
      </p:sp>
      <p:pic>
        <p:nvPicPr>
          <p:cNvPr id="4" name="Изображение 3" descr="хз656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2245" y="3429000"/>
            <a:ext cx="3309620" cy="28054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Среда передачи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Витая пара (самое популярное)</a:t>
            </a:r>
          </a:p>
          <a:p>
            <a:r>
              <a:t>• Оптоволокно (очень быстро)</a:t>
            </a:r>
          </a:p>
          <a:p>
            <a:r>
              <a:t>• Раньше был коаксиал</a:t>
            </a:r>
          </a:p>
        </p:txBody>
      </p:sp>
      <p:pic>
        <p:nvPicPr>
          <p:cNvPr id="4" name="Изображение 3" descr="vitaya_para_ili_optovolokn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4070" y="3367405"/>
            <a:ext cx="4975860" cy="29584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Кадр Ethernet (основа)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Каждое сообщение = кадр</a:t>
            </a:r>
          </a:p>
          <a:p>
            <a:r>
              <a:t>В нем есть:</a:t>
            </a:r>
          </a:p>
          <a:p>
            <a:r>
              <a:t>• Отправитель</a:t>
            </a:r>
          </a:p>
          <a:p>
            <a:r>
              <a:t>• Получатель</a:t>
            </a:r>
          </a:p>
          <a:p>
            <a:r>
              <a:t>• Данные</a:t>
            </a:r>
          </a:p>
          <a:p>
            <a:r>
              <a:t>• Проверка ошибок</a:t>
            </a:r>
          </a:p>
        </p:txBody>
      </p:sp>
      <p:pic>
        <p:nvPicPr>
          <p:cNvPr id="4" name="Изображение 3" descr="O3YSew3x_Xhp5iFXPLoccEu1aIMmrk8VLbwI_kviHGrUX6SP6oW7ZRXI5lk-tpjM8fDHef3ofbadHW1r7nGYK7UK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5160" y="1734820"/>
            <a:ext cx="3292475" cy="43916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MAC-адрес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Это уникальный адрес устройства</a:t>
            </a:r>
          </a:p>
          <a:p>
            <a:r>
              <a:t>Типа паспорта в сети</a:t>
            </a:r>
          </a:p>
          <a:p>
            <a:r>
              <a:t>Пример: 00:1A:2B:3C:4D:5E</a:t>
            </a:r>
          </a:p>
        </p:txBody>
      </p:sp>
      <p:pic>
        <p:nvPicPr>
          <p:cNvPr id="5" name="Изображение 4" descr="DWdC_nTvow8KOFCGl-Gq2N4NeKWJSSpNiqcQ0YiERukvSgBS2wgakO3A4hNvzVcYYDwNb79dHFvbugsu7O1ho1P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4530" y="2719070"/>
            <a:ext cx="3023870" cy="33470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данные находят путь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Коммутатор запоминает MAC-адреса</a:t>
            </a:r>
          </a:p>
          <a:p>
            <a:r>
              <a:t>И отправляет данные только нужному устройству</a:t>
            </a:r>
          </a:p>
        </p:txBody>
      </p:sp>
      <p:pic>
        <p:nvPicPr>
          <p:cNvPr id="4" name="Изображение 3" descr="m0ZtOQJk42-JcCDB90nWEUSzQrEgnNVmEBlbiwLGAhbEMs9ZHbFHkdZRHih_m45LPRxj324NhYIMNEjGxQdaG7Ju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1630" y="3220085"/>
            <a:ext cx="2885440" cy="36379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CSMA/CD (по-простому)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Раньше устройства 'слушали' сеть перед отправкой</a:t>
            </a:r>
          </a:p>
          <a:p>
            <a:r>
              <a:t>Если два говорят одновременно → коллизия</a:t>
            </a:r>
          </a:p>
          <a:p>
            <a:r>
              <a:t>Сейчас почти не используется (из-за коммутаторов)</a:t>
            </a:r>
          </a:p>
        </p:txBody>
      </p:sp>
      <p:pic>
        <p:nvPicPr>
          <p:cNvPr id="4" name="Изображение 3" descr="screenshot_1-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4650" y="4652010"/>
            <a:ext cx="4230370" cy="22059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Скорости Ethernet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100 Мбит/с — старое</a:t>
            </a:r>
          </a:p>
          <a:p>
            <a:r>
              <a:t>• 1 Гбит/с — стандарт сейчас</a:t>
            </a:r>
          </a:p>
          <a:p>
            <a:r>
              <a:t>• 10+ Гбит/с — в серверах</a:t>
            </a:r>
          </a:p>
        </p:txBody>
      </p:sp>
      <p:pic>
        <p:nvPicPr>
          <p:cNvPr id="4" name="Изображение 3" descr="G-7fF9xVx_s5o-uhV6MmW3ouRfbCUPaSukv3Dsi4Fq_tFfAdm2bqrfRuJj4b1dakDMotS11Rv2m7rurmhi_U0Bvj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6425" y="2641600"/>
            <a:ext cx="3457575" cy="421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Почему Ethernet топ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Дешево</a:t>
            </a:r>
          </a:p>
          <a:p>
            <a:r>
              <a:t>• Надежно</a:t>
            </a:r>
          </a:p>
          <a:p>
            <a:r>
              <a:t>• Просто настроить</a:t>
            </a:r>
          </a:p>
          <a:p>
            <a:r>
              <a:t>• Работает стабильно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Минусы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Нужны провода</a:t>
            </a:r>
          </a:p>
          <a:p>
            <a:r>
              <a:t>• Ограничение по длине кабеля</a:t>
            </a:r>
          </a:p>
          <a:p>
            <a:r>
              <a:t>• Меньше гибкости чем Wi-Fi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Ethernet vs Wi-Fi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Ethernet:</a:t>
            </a:r>
          </a:p>
          <a:p>
            <a:r>
              <a:t>+ стабильнее</a:t>
            </a:r>
          </a:p>
          <a:p>
            <a:r>
              <a:t>+ быстрее</a:t>
            </a:r>
          </a:p>
          <a:p>
            <a:r>
              <a:t>Wi-Fi:</a:t>
            </a:r>
          </a:p>
          <a:p>
            <a:r>
              <a:t>+ удобнее</a:t>
            </a:r>
          </a:p>
          <a:p>
            <a:r>
              <a:t>+ без проводов</a:t>
            </a:r>
          </a:p>
        </p:txBody>
      </p:sp>
      <p:pic>
        <p:nvPicPr>
          <p:cNvPr id="4" name="Изображение 3" descr="slMsdugfwSIjIkV2yqla4CNMtUKu8SeMheB7zIfxxn9BCbpy3Fwzi6NXEU-0_NWR67eTtia1ZGMHYdc_sWzYFUu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6405" y="1118235"/>
            <a:ext cx="4237990" cy="55714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Ethernet — база любой сети</a:t>
            </a:r>
          </a:p>
          <a:p>
            <a:r>
              <a:t>Если понимаешь его — понимаешь интернет в целом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1281</Words>
  <Application>WPS Presentation</Application>
  <PresentationFormat>On-screen Show (4:3)</PresentationFormat>
  <Paragraphs>80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Что такое Ethernet</vt:lpstr>
      <vt:lpstr>Как это выглядит в жизни</vt:lpstr>
      <vt:lpstr>Топология сети</vt:lpstr>
      <vt:lpstr>Среда передачи</vt:lpstr>
      <vt:lpstr>Кадр Ethernet (основа)</vt:lpstr>
      <vt:lpstr>MAC-адрес</vt:lpstr>
      <vt:lpstr>Как данные находят путь</vt:lpstr>
      <vt:lpstr>CSMA/CD (по-простому)</vt:lpstr>
      <vt:lpstr>Скорости Ethernet</vt:lpstr>
      <vt:lpstr>Почему Ethernet топ</vt:lpstr>
      <vt:lpstr>Минусы</vt:lpstr>
      <vt:lpstr>Ethernet vs Wi-Fi</vt:lpstr>
      <vt:lpstr>Итог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Daniel</cp:lastModifiedBy>
  <cp:revision>3</cp:revision>
  <dcterms:created xsi:type="dcterms:W3CDTF">2013-01-27T09:14:00Z</dcterms:created>
  <dcterms:modified xsi:type="dcterms:W3CDTF">2026-05-07T06:12:28Z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1049-12.1.0.25862</vt:lpwstr>
  </property>
  <property fmtid="{D5CDD505-2E9C-101B-9397-08002B2CF9AE}" pid="3" name="ICV">
    <vt:lpwstr>79BF18B934184480A32715196A6926C0_12</vt:lpwstr>
  </property>
</Properties>
</file>